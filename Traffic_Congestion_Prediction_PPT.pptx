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80596-CA07-495E-A879-AF699A9B371D}" v="10" dt="2026-02-24T18:40:17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ju Patel" userId="900baa10627df885" providerId="LiveId" clId="{C9A2CD2B-D31A-494B-A7B0-BA6B54286AC0}"/>
    <pc:docChg chg="undo redo custSel delSld modSld">
      <pc:chgData name="Ujju Patel" userId="900baa10627df885" providerId="LiveId" clId="{C9A2CD2B-D31A-494B-A7B0-BA6B54286AC0}" dt="2026-02-24T18:40:28.602" v="348" actId="20577"/>
      <pc:docMkLst>
        <pc:docMk/>
      </pc:docMkLst>
      <pc:sldChg chg="modSp mod">
        <pc:chgData name="Ujju Patel" userId="900baa10627df885" providerId="LiveId" clId="{C9A2CD2B-D31A-494B-A7B0-BA6B54286AC0}" dt="2026-02-24T17:56:02.398" v="331" actId="20577"/>
        <pc:sldMkLst>
          <pc:docMk/>
          <pc:sldMk cId="0" sldId="256"/>
        </pc:sldMkLst>
        <pc:spChg chg="mod">
          <ac:chgData name="Ujju Patel" userId="900baa10627df885" providerId="LiveId" clId="{C9A2CD2B-D31A-494B-A7B0-BA6B54286AC0}" dt="2026-02-24T17:56:02.398" v="331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4:42:23.436" v="17" actId="20577"/>
        <pc:sldMkLst>
          <pc:docMk/>
          <pc:sldMk cId="0" sldId="257"/>
        </pc:sldMkLst>
        <pc:spChg chg="mod">
          <ac:chgData name="Ujju Patel" userId="900baa10627df885" providerId="LiveId" clId="{C9A2CD2B-D31A-494B-A7B0-BA6B54286AC0}" dt="2026-02-24T14:42:23.436" v="17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7:40:05.239" v="158" actId="20577"/>
        <pc:sldMkLst>
          <pc:docMk/>
          <pc:sldMk cId="0" sldId="258"/>
        </pc:sldMkLst>
        <pc:spChg chg="mod">
          <ac:chgData name="Ujju Patel" userId="900baa10627df885" providerId="LiveId" clId="{C9A2CD2B-D31A-494B-A7B0-BA6B54286AC0}" dt="2026-02-24T17:40:05.239" v="158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Ujju Patel" userId="900baa10627df885" providerId="LiveId" clId="{C9A2CD2B-D31A-494B-A7B0-BA6B54286AC0}" dt="2026-02-24T17:33:53.264" v="74" actId="478"/>
        <pc:sldMkLst>
          <pc:docMk/>
          <pc:sldMk cId="0" sldId="259"/>
        </pc:sldMkLst>
        <pc:spChg chg="mod">
          <ac:chgData name="Ujju Patel" userId="900baa10627df885" providerId="LiveId" clId="{C9A2CD2B-D31A-494B-A7B0-BA6B54286AC0}" dt="2026-02-24T17:32:49.689" v="67" actId="36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Ujju Patel" userId="900baa10627df885" providerId="LiveId" clId="{C9A2CD2B-D31A-494B-A7B0-BA6B54286AC0}" dt="2026-02-24T17:13:16.260" v="24"/>
          <ac:spMkLst>
            <pc:docMk/>
            <pc:sldMk cId="0" sldId="259"/>
            <ac:spMk id="5" creationId="{00000000-0000-0000-0000-000000000000}"/>
          </ac:spMkLst>
        </pc:spChg>
        <pc:grpChg chg="mod">
          <ac:chgData name="Ujju Patel" userId="900baa10627df885" providerId="LiveId" clId="{C9A2CD2B-D31A-494B-A7B0-BA6B54286AC0}" dt="2026-02-24T17:28:38.600" v="49"/>
          <ac:grpSpMkLst>
            <pc:docMk/>
            <pc:sldMk cId="0" sldId="259"/>
            <ac:grpSpMk id="15" creationId="{418997C6-FD5B-1361-A008-E4B701EA16DA}"/>
          </ac:grpSpMkLst>
        </pc:grpChg>
        <pc:grpChg chg="mod">
          <ac:chgData name="Ujju Patel" userId="900baa10627df885" providerId="LiveId" clId="{C9A2CD2B-D31A-494B-A7B0-BA6B54286AC0}" dt="2026-02-24T17:28:42.148" v="55"/>
          <ac:grpSpMkLst>
            <pc:docMk/>
            <pc:sldMk cId="0" sldId="259"/>
            <ac:grpSpMk id="20" creationId="{88F95FD5-B3B6-12C3-0B09-F6D04FDB00D9}"/>
          </ac:grpSpMkLst>
        </pc:grpChg>
        <pc:picChg chg="add del mod">
          <ac:chgData name="Ujju Patel" userId="900baa10627df885" providerId="LiveId" clId="{C9A2CD2B-D31A-494B-A7B0-BA6B54286AC0}" dt="2026-02-24T17:13:16.259" v="22" actId="478"/>
          <ac:picMkLst>
            <pc:docMk/>
            <pc:sldMk cId="0" sldId="259"/>
            <ac:picMk id="7" creationId="{3BA2E7CA-86E6-0743-BEBF-495463905B81}"/>
          </ac:picMkLst>
        </pc:picChg>
        <pc:picChg chg="add del mod">
          <ac:chgData name="Ujju Patel" userId="900baa10627df885" providerId="LiveId" clId="{C9A2CD2B-D31A-494B-A7B0-BA6B54286AC0}" dt="2026-02-24T17:25:01.218" v="28" actId="478"/>
          <ac:picMkLst>
            <pc:docMk/>
            <pc:sldMk cId="0" sldId="259"/>
            <ac:picMk id="9" creationId="{400D89A5-4BA5-E9AE-A5EC-8D0EFDB6AE80}"/>
          </ac:picMkLst>
        </pc:picChg>
        <pc:picChg chg="add mod modCrop">
          <ac:chgData name="Ujju Patel" userId="900baa10627df885" providerId="LiveId" clId="{C9A2CD2B-D31A-494B-A7B0-BA6B54286AC0}" dt="2026-02-24T17:33:05.308" v="69" actId="1076"/>
          <ac:picMkLst>
            <pc:docMk/>
            <pc:sldMk cId="0" sldId="259"/>
            <ac:picMk id="11" creationId="{2C5E8FC6-74AE-12D1-F6C1-454B563DCA05}"/>
          </ac:picMkLst>
        </pc:picChg>
        <pc:picChg chg="add del mod">
          <ac:chgData name="Ujju Patel" userId="900baa10627df885" providerId="LiveId" clId="{C9A2CD2B-D31A-494B-A7B0-BA6B54286AC0}" dt="2026-02-24T17:33:53.264" v="74" actId="478"/>
          <ac:picMkLst>
            <pc:docMk/>
            <pc:sldMk cId="0" sldId="259"/>
            <ac:picMk id="26" creationId="{23673188-F05B-0392-A662-704F5D90D73A}"/>
          </ac:picMkLst>
        </pc:picChg>
        <pc:inkChg chg="add del">
          <ac:chgData name="Ujju Patel" userId="900baa10627df885" providerId="LiveId" clId="{C9A2CD2B-D31A-494B-A7B0-BA6B54286AC0}" dt="2026-02-24T17:27:57.557" v="42" actId="9405"/>
          <ac:inkMkLst>
            <pc:docMk/>
            <pc:sldMk cId="0" sldId="259"/>
            <ac:inkMk id="12" creationId="{F75E333E-4C4A-C4A9-FF90-0A38C4F55827}"/>
          </ac:inkMkLst>
        </pc:inkChg>
        <pc:inkChg chg="add mod">
          <ac:chgData name="Ujju Patel" userId="900baa10627df885" providerId="LiveId" clId="{C9A2CD2B-D31A-494B-A7B0-BA6B54286AC0}" dt="2026-02-24T17:28:38.600" v="49"/>
          <ac:inkMkLst>
            <pc:docMk/>
            <pc:sldMk cId="0" sldId="259"/>
            <ac:inkMk id="13" creationId="{FFEFAFAC-7B95-889C-953B-1FD9348E4121}"/>
          </ac:inkMkLst>
        </pc:inkChg>
        <pc:inkChg chg="add del mod">
          <ac:chgData name="Ujju Patel" userId="900baa10627df885" providerId="LiveId" clId="{C9A2CD2B-D31A-494B-A7B0-BA6B54286AC0}" dt="2026-02-24T17:28:38.600" v="49"/>
          <ac:inkMkLst>
            <pc:docMk/>
            <pc:sldMk cId="0" sldId="259"/>
            <ac:inkMk id="14" creationId="{DFEE0F6B-0F40-1436-FB1C-923691AA6ADE}"/>
          </ac:inkMkLst>
        </pc:inkChg>
        <pc:inkChg chg="add del">
          <ac:chgData name="Ujju Patel" userId="900baa10627df885" providerId="LiveId" clId="{C9A2CD2B-D31A-494B-A7B0-BA6B54286AC0}" dt="2026-02-24T17:28:37.531" v="47" actId="9405"/>
          <ac:inkMkLst>
            <pc:docMk/>
            <pc:sldMk cId="0" sldId="259"/>
            <ac:inkMk id="16" creationId="{1DB4C0D6-2602-6509-F6ED-4039FF0259E6}"/>
          </ac:inkMkLst>
        </pc:inkChg>
        <pc:inkChg chg="add mod">
          <ac:chgData name="Ujju Patel" userId="900baa10627df885" providerId="LiveId" clId="{C9A2CD2B-D31A-494B-A7B0-BA6B54286AC0}" dt="2026-02-24T17:28:42.148" v="55"/>
          <ac:inkMkLst>
            <pc:docMk/>
            <pc:sldMk cId="0" sldId="259"/>
            <ac:inkMk id="17" creationId="{034B7E51-2BB6-777E-925E-DEF0883E75B7}"/>
          </ac:inkMkLst>
        </pc:inkChg>
        <pc:inkChg chg="add del mod">
          <ac:chgData name="Ujju Patel" userId="900baa10627df885" providerId="LiveId" clId="{C9A2CD2B-D31A-494B-A7B0-BA6B54286AC0}" dt="2026-02-24T17:31:04.759" v="64" actId="9405"/>
          <ac:inkMkLst>
            <pc:docMk/>
            <pc:sldMk cId="0" sldId="259"/>
            <ac:inkMk id="18" creationId="{368DF732-8D18-B174-5BE2-AE0BC686FC37}"/>
          </ac:inkMkLst>
        </pc:inkChg>
        <pc:inkChg chg="add del mod">
          <ac:chgData name="Ujju Patel" userId="900baa10627df885" providerId="LiveId" clId="{C9A2CD2B-D31A-494B-A7B0-BA6B54286AC0}" dt="2026-02-24T17:28:42.148" v="55"/>
          <ac:inkMkLst>
            <pc:docMk/>
            <pc:sldMk cId="0" sldId="259"/>
            <ac:inkMk id="19" creationId="{E7B56F69-74BE-3D5B-0387-2140141BAC63}"/>
          </ac:inkMkLst>
        </pc:inkChg>
        <pc:inkChg chg="add del">
          <ac:chgData name="Ujju Patel" userId="900baa10627df885" providerId="LiveId" clId="{C9A2CD2B-D31A-494B-A7B0-BA6B54286AC0}" dt="2026-02-24T17:31:03.304" v="63" actId="9405"/>
          <ac:inkMkLst>
            <pc:docMk/>
            <pc:sldMk cId="0" sldId="259"/>
            <ac:inkMk id="21" creationId="{0E412747-CB7E-A54C-01BE-435EB3063CBB}"/>
          </ac:inkMkLst>
        </pc:inkChg>
        <pc:inkChg chg="add del">
          <ac:chgData name="Ujju Patel" userId="900baa10627df885" providerId="LiveId" clId="{C9A2CD2B-D31A-494B-A7B0-BA6B54286AC0}" dt="2026-02-24T17:29:19.095" v="58" actId="9405"/>
          <ac:inkMkLst>
            <pc:docMk/>
            <pc:sldMk cId="0" sldId="259"/>
            <ac:inkMk id="22" creationId="{80AA3660-F9C1-ED78-0B92-E951743E3E5F}"/>
          </ac:inkMkLst>
        </pc:inkChg>
        <pc:inkChg chg="add del">
          <ac:chgData name="Ujju Patel" userId="900baa10627df885" providerId="LiveId" clId="{C9A2CD2B-D31A-494B-A7B0-BA6B54286AC0}" dt="2026-02-24T17:29:38.795" v="62" actId="9405"/>
          <ac:inkMkLst>
            <pc:docMk/>
            <pc:sldMk cId="0" sldId="259"/>
            <ac:inkMk id="23" creationId="{DDE0EBFF-D150-AF38-CD06-3A636A91E958}"/>
          </ac:inkMkLst>
        </pc:inkChg>
        <pc:inkChg chg="add del">
          <ac:chgData name="Ujju Patel" userId="900baa10627df885" providerId="LiveId" clId="{C9A2CD2B-D31A-494B-A7B0-BA6B54286AC0}" dt="2026-02-24T17:29:37.870" v="61" actId="9405"/>
          <ac:inkMkLst>
            <pc:docMk/>
            <pc:sldMk cId="0" sldId="259"/>
            <ac:inkMk id="24" creationId="{15C9493B-1A9D-DC93-01BD-C2221CA18D7A}"/>
          </ac:inkMkLst>
        </pc:inkChg>
      </pc:sldChg>
      <pc:sldChg chg="modSp mod">
        <pc:chgData name="Ujju Patel" userId="900baa10627df885" providerId="LiveId" clId="{C9A2CD2B-D31A-494B-A7B0-BA6B54286AC0}" dt="2026-02-24T18:40:28.602" v="348" actId="20577"/>
        <pc:sldMkLst>
          <pc:docMk/>
          <pc:sldMk cId="0" sldId="260"/>
        </pc:sldMkLst>
        <pc:spChg chg="mod">
          <ac:chgData name="Ujju Patel" userId="900baa10627df885" providerId="LiveId" clId="{C9A2CD2B-D31A-494B-A7B0-BA6B54286AC0}" dt="2026-02-24T17:38:51.532" v="146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Ujju Patel" userId="900baa10627df885" providerId="LiveId" clId="{C9A2CD2B-D31A-494B-A7B0-BA6B54286AC0}" dt="2026-02-24T18:40:28.602" v="348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7:39:47.154" v="156" actId="113"/>
        <pc:sldMkLst>
          <pc:docMk/>
          <pc:sldMk cId="0" sldId="261"/>
        </pc:sldMkLst>
        <pc:spChg chg="mod">
          <ac:chgData name="Ujju Patel" userId="900baa10627df885" providerId="LiveId" clId="{C9A2CD2B-D31A-494B-A7B0-BA6B54286AC0}" dt="2026-02-24T17:39:47.154" v="156" actId="113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7:40:48.922" v="166" actId="20577"/>
        <pc:sldMkLst>
          <pc:docMk/>
          <pc:sldMk cId="0" sldId="262"/>
        </pc:sldMkLst>
        <pc:spChg chg="mod">
          <ac:chgData name="Ujju Patel" userId="900baa10627df885" providerId="LiveId" clId="{C9A2CD2B-D31A-494B-A7B0-BA6B54286AC0}" dt="2026-02-24T17:40:48.922" v="166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7:41:33.863" v="171" actId="20577"/>
        <pc:sldMkLst>
          <pc:docMk/>
          <pc:sldMk cId="0" sldId="263"/>
        </pc:sldMkLst>
        <pc:spChg chg="mod">
          <ac:chgData name="Ujju Patel" userId="900baa10627df885" providerId="LiveId" clId="{C9A2CD2B-D31A-494B-A7B0-BA6B54286AC0}" dt="2026-02-24T17:41:33.863" v="171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7:43:03.864" v="189" actId="20577"/>
        <pc:sldMkLst>
          <pc:docMk/>
          <pc:sldMk cId="0" sldId="264"/>
        </pc:sldMkLst>
        <pc:spChg chg="mod">
          <ac:chgData name="Ujju Patel" userId="900baa10627df885" providerId="LiveId" clId="{C9A2CD2B-D31A-494B-A7B0-BA6B54286AC0}" dt="2026-02-24T17:43:03.864" v="189" actId="20577"/>
          <ac:spMkLst>
            <pc:docMk/>
            <pc:sldMk cId="0" sldId="264"/>
            <ac:spMk id="5" creationId="{00000000-0000-0000-0000-000000000000}"/>
          </ac:spMkLst>
        </pc:spChg>
      </pc:sldChg>
      <pc:sldChg chg="addSp delSp modSp mod">
        <pc:chgData name="Ujju Patel" userId="900baa10627df885" providerId="LiveId" clId="{C9A2CD2B-D31A-494B-A7B0-BA6B54286AC0}" dt="2026-02-24T17:46:49.025" v="199" actId="572"/>
        <pc:sldMkLst>
          <pc:docMk/>
          <pc:sldMk cId="0" sldId="265"/>
        </pc:sldMkLst>
        <pc:spChg chg="del mod">
          <ac:chgData name="Ujju Patel" userId="900baa10627df885" providerId="LiveId" clId="{C9A2CD2B-D31A-494B-A7B0-BA6B54286AC0}" dt="2026-02-24T17:46:22.693" v="198"/>
          <ac:spMkLst>
            <pc:docMk/>
            <pc:sldMk cId="0" sldId="265"/>
            <ac:spMk id="5" creationId="{00000000-0000-0000-0000-000000000000}"/>
          </ac:spMkLst>
        </pc:spChg>
        <pc:graphicFrameChg chg="add mod">
          <ac:chgData name="Ujju Patel" userId="900baa10627df885" providerId="LiveId" clId="{C9A2CD2B-D31A-494B-A7B0-BA6B54286AC0}" dt="2026-02-24T17:45:21.212" v="190"/>
          <ac:graphicFrameMkLst>
            <pc:docMk/>
            <pc:sldMk cId="0" sldId="265"/>
            <ac:graphicFrameMk id="6" creationId="{5259D053-A4BE-7797-DC0E-F13922676E73}"/>
          </ac:graphicFrameMkLst>
        </pc:graphicFrameChg>
        <pc:graphicFrameChg chg="add mod modGraphic">
          <ac:chgData name="Ujju Patel" userId="900baa10627df885" providerId="LiveId" clId="{C9A2CD2B-D31A-494B-A7B0-BA6B54286AC0}" dt="2026-02-24T17:46:49.025" v="199" actId="572"/>
          <ac:graphicFrameMkLst>
            <pc:docMk/>
            <pc:sldMk cId="0" sldId="265"/>
            <ac:graphicFrameMk id="7" creationId="{C021FDB5-357B-DC3F-A589-7EDEAD5475E1}"/>
          </ac:graphicFrameMkLst>
        </pc:graphicFrameChg>
      </pc:sldChg>
      <pc:sldChg chg="modSp mod">
        <pc:chgData name="Ujju Patel" userId="900baa10627df885" providerId="LiveId" clId="{C9A2CD2B-D31A-494B-A7B0-BA6B54286AC0}" dt="2026-02-24T17:48:18.795" v="211" actId="15"/>
        <pc:sldMkLst>
          <pc:docMk/>
          <pc:sldMk cId="0" sldId="266"/>
        </pc:sldMkLst>
        <pc:spChg chg="mod">
          <ac:chgData name="Ujju Patel" userId="900baa10627df885" providerId="LiveId" clId="{C9A2CD2B-D31A-494B-A7B0-BA6B54286AC0}" dt="2026-02-24T17:48:18.795" v="211" actId="15"/>
          <ac:spMkLst>
            <pc:docMk/>
            <pc:sldMk cId="0" sldId="266"/>
            <ac:spMk id="5" creationId="{00000000-0000-0000-0000-000000000000}"/>
          </ac:spMkLst>
        </pc:spChg>
      </pc:sldChg>
      <pc:sldChg chg="modSp del mod">
        <pc:chgData name="Ujju Patel" userId="900baa10627df885" providerId="LiveId" clId="{C9A2CD2B-D31A-494B-A7B0-BA6B54286AC0}" dt="2026-02-24T17:54:08.251" v="271" actId="47"/>
        <pc:sldMkLst>
          <pc:docMk/>
          <pc:sldMk cId="0" sldId="267"/>
        </pc:sldMkLst>
        <pc:spChg chg="mod">
          <ac:chgData name="Ujju Patel" userId="900baa10627df885" providerId="LiveId" clId="{C9A2CD2B-D31A-494B-A7B0-BA6B54286AC0}" dt="2026-02-24T17:53:58.469" v="270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7:51:47.703" v="268" actId="20577"/>
        <pc:sldMkLst>
          <pc:docMk/>
          <pc:sldMk cId="0" sldId="268"/>
        </pc:sldMkLst>
        <pc:spChg chg="mod">
          <ac:chgData name="Ujju Patel" userId="900baa10627df885" providerId="LiveId" clId="{C9A2CD2B-D31A-494B-A7B0-BA6B54286AC0}" dt="2026-02-24T17:51:47.703" v="268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 del mod">
        <pc:chgData name="Ujju Patel" userId="900baa10627df885" providerId="LiveId" clId="{C9A2CD2B-D31A-494B-A7B0-BA6B54286AC0}" dt="2026-02-24T17:53:16.124" v="269" actId="47"/>
        <pc:sldMkLst>
          <pc:docMk/>
          <pc:sldMk cId="0" sldId="269"/>
        </pc:sldMkLst>
        <pc:spChg chg="mod">
          <ac:chgData name="Ujju Patel" userId="900baa10627df885" providerId="LiveId" clId="{C9A2CD2B-D31A-494B-A7B0-BA6B54286AC0}" dt="2026-02-24T17:51:15.241" v="267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Ujju Patel" userId="900baa10627df885" providerId="LiveId" clId="{C9A2CD2B-D31A-494B-A7B0-BA6B54286AC0}" dt="2026-02-24T17:50:59.442" v="263"/>
        <pc:sldMkLst>
          <pc:docMk/>
          <pc:sldMk cId="0" sldId="270"/>
        </pc:sldMkLst>
        <pc:spChg chg="mod">
          <ac:chgData name="Ujju Patel" userId="900baa10627df885" providerId="LiveId" clId="{C9A2CD2B-D31A-494B-A7B0-BA6B54286AC0}" dt="2026-02-24T17:50:59.442" v="263"/>
          <ac:spMkLst>
            <pc:docMk/>
            <pc:sldMk cId="0" sldId="270"/>
            <ac:spMk id="3" creationId="{00000000-0000-0000-0000-000000000000}"/>
          </ac:spMkLst>
        </pc:spChg>
        <pc:spChg chg="mod">
          <ac:chgData name="Ujju Patel" userId="900baa10627df885" providerId="LiveId" clId="{C9A2CD2B-D31A-494B-A7B0-BA6B54286AC0}" dt="2026-02-24T17:50:41.732" v="258" actId="20577"/>
          <ac:spMkLst>
            <pc:docMk/>
            <pc:sldMk cId="0" sldId="270"/>
            <ac:spMk id="4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7:28:33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7:28:39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🚦 REAL-TIME TRAFFIC CONGESTION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507999" y="3657600"/>
            <a:ext cx="12842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rPr dirty="0"/>
              <a:t>&amp; RISK INTELLIGENCE SYSTEM</a:t>
            </a:r>
            <a:endParaRPr lang="en-IN" dirty="0"/>
          </a:p>
          <a:p>
            <a:pPr algn="ctr">
              <a:defRPr sz="2400">
                <a:solidFill>
                  <a:srgbClr val="F59E0B"/>
                </a:solidFill>
              </a:defRPr>
            </a:pPr>
            <a:endParaRPr lang="en-IN" dirty="0"/>
          </a:p>
          <a:p>
            <a:pPr algn="ctr">
              <a:defRPr sz="2400">
                <a:solidFill>
                  <a:srgbClr val="F59E0B"/>
                </a:solidFill>
              </a:defRPr>
            </a:pPr>
            <a:endParaRPr lang="en-IN" dirty="0"/>
          </a:p>
          <a:p>
            <a:pPr algn="ctr">
              <a:defRPr sz="2400">
                <a:solidFill>
                  <a:srgbClr val="F59E0B"/>
                </a:solidFill>
              </a:defRPr>
            </a:pPr>
            <a:endParaRPr lang="en-IN" dirty="0"/>
          </a:p>
          <a:p>
            <a:pPr algn="ctr">
              <a:defRPr sz="2400">
                <a:solidFill>
                  <a:srgbClr val="F59E0B"/>
                </a:solidFill>
              </a:defRPr>
            </a:pPr>
            <a:r>
              <a:rPr lang="en-IN" dirty="0"/>
              <a:t>							</a:t>
            </a:r>
          </a:p>
          <a:p>
            <a:pPr algn="ctr">
              <a:defRPr sz="2400">
                <a:solidFill>
                  <a:srgbClr val="F59E0B"/>
                </a:solidFill>
              </a:defRPr>
            </a:pPr>
            <a:endParaRPr lang="en-IN" dirty="0"/>
          </a:p>
          <a:p>
            <a:pPr algn="ctr">
              <a:defRPr sz="2400">
                <a:solidFill>
                  <a:srgbClr val="F59E0B"/>
                </a:solidFill>
              </a:defRPr>
            </a:pPr>
            <a:r>
              <a:rPr lang="en-IN" dirty="0"/>
              <a:t>																						- Anjali Gupta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THE URBAN TRAFFIC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64598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❌ EXISTING SYSTEMS: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• Only display current traffic speed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• No intelligent prediction capability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• No risk evaluation or advisory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• Reactive rather than proactive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📍 INDIAN CONTEXT: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• Major cities face 40-50% congestion daily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• Loss of ₹1.5 lakh crore annually due to traffic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• No smart decision support for commuters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💡 OPPORTUNITY: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2000" dirty="0"/>
              <a:t>   Convert raw traffic data into INTELLIGENT ROUTE DECISIONS</a:t>
            </a:r>
            <a:r>
              <a:rPr lang="en-IN" sz="2000" dirty="0"/>
              <a:t>`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🎯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🔄 LIVE DATA FETCHING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   • Real-time traffic via TomTom API</a:t>
            </a: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🤖 ML PREDICTION &amp; CLASSIFICATION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   • Random Forest Classifier (High/Medium/Low)</a:t>
            </a: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⚠️ RISK SCORING ENGINE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   • Calculate Route Risk Score (0-100)</a:t>
            </a: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🧠 SMART TRAVEL ADVISORY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   • Generate real-time travel recommendations</a:t>
            </a: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endParaRPr lang="en-IN" sz="1600"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🏙️ MULTI-CITY COMPARISON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sz="1600" dirty="0"/>
              <a:t>   • Compare multiple cities simultaneously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rPr dirty="0"/>
              <a:t>🏗️ SYSTEM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5E8FC6-74AE-12D1-F6C1-454B563DC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7"/>
          <a:stretch>
            <a:fillRect/>
          </a:stretch>
        </p:blipFill>
        <p:spPr>
          <a:xfrm>
            <a:off x="3395547" y="168487"/>
            <a:ext cx="4961466" cy="8064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FEFAFAC-7B95-889C-953B-1FD9348E4121}"/>
                  </a:ext>
                </a:extLst>
              </p14:cNvPr>
              <p14:cNvContentPartPr/>
              <p14:nvPr/>
            </p14:nvContentPartPr>
            <p14:xfrm>
              <a:off x="3809907" y="352213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FEFAFAC-7B95-889C-953B-1FD9348E41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3787" y="351601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4B7E51-2BB6-777E-925E-DEF0883E75B7}"/>
                  </a:ext>
                </a:extLst>
              </p14:cNvPr>
              <p14:cNvContentPartPr/>
              <p14:nvPr/>
            </p14:nvContentPartPr>
            <p14:xfrm>
              <a:off x="2937987" y="2751373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4B7E51-2BB6-777E-925E-DEF0883E75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867" y="274525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" y="1016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🛠️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PROGRAMMING: 🐍 Python (Core Logic)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DASHBOARD: 🌐 </a:t>
            </a:r>
            <a:r>
              <a:rPr sz="2400" dirty="0" err="1"/>
              <a:t>Streamlit</a:t>
            </a:r>
            <a:r>
              <a:rPr sz="2400" dirty="0"/>
              <a:t> (Interactive Web UI)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MAPS: 🗺️ Folium (Interactive Maps)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VISUALIZATION: 📊 </a:t>
            </a:r>
            <a:r>
              <a:rPr sz="2400" dirty="0" err="1"/>
              <a:t>Plotly</a:t>
            </a:r>
            <a:r>
              <a:rPr sz="2400" dirty="0"/>
              <a:t> (Charts &amp; Gauge Meter)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MACHINE LEARNING: 🤖 Scikit-learn (Random Forest)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DATA HANDLING: 🐼 Pandas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API CALLS: 🌐 Requests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sz="2400" dirty="0"/>
              <a:t>EXTERNAL APIs: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  <a:defRPr sz="2200">
                <a:solidFill>
                  <a:srgbClr val="94A3B8"/>
                </a:solidFill>
              </a:defRPr>
            </a:pPr>
            <a:r>
              <a:rPr sz="2400" dirty="0"/>
              <a:t>    TomTom Traffic API (Real-time data)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  <a:defRPr sz="2200">
                <a:solidFill>
                  <a:srgbClr val="94A3B8"/>
                </a:solidFill>
              </a:defRPr>
            </a:pPr>
            <a:r>
              <a:rPr sz="2400" dirty="0"/>
              <a:t> </a:t>
            </a:r>
            <a:r>
              <a:rPr lang="en-IN" sz="2400" dirty="0"/>
              <a:t>   TomTom</a:t>
            </a:r>
            <a:r>
              <a:rPr sz="2400" dirty="0"/>
              <a:t>  Geocoding API (Location)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⚡ KEY FEATURES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1556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b="1" dirty="0"/>
              <a:t>🚦 LIVE TRAFFIC DATA FETCHING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Real-time speed &amp; free flow speed monitoring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30-second auto-refresh capability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b="1" dirty="0"/>
              <a:t>🤖 ML-BASED CONGESTION PREDICTION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Algorithm: Random Forest Classifier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Input: Speed ratio + Time features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Output: High / Medium / Low classification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📊 </a:t>
            </a:r>
            <a:r>
              <a:rPr b="1" dirty="0"/>
              <a:t>CONGESTION GAUGE METER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Visual 0-100% congestion display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🟢 0-40% (Low) | 🟡 40-70% (Medium) | 🔴 70-100% (High)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Real-time animated needle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⚡ KEY FEATURES -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⏰ </a:t>
            </a:r>
            <a:r>
              <a:rPr b="1" dirty="0"/>
              <a:t>PEAK HOUR DETECTION</a:t>
            </a:r>
            <a:r>
              <a:rPr lang="en-IN" b="1" dirty="0"/>
              <a:t> :</a:t>
            </a:r>
            <a:endParaRPr b="1" dirty="0"/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Morning Rush: 8:00 AM - 11:00 AM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Evening Rush: 5:00 PM - 9:00 PM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Auto-adjusts risk weightage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🚨 </a:t>
            </a:r>
            <a:r>
              <a:rPr b="1" dirty="0"/>
              <a:t>ROUTE RISK SCORE ENGINE (0-100)</a:t>
            </a:r>
            <a:r>
              <a:rPr lang="en-IN" b="1" dirty="0"/>
              <a:t> :</a:t>
            </a:r>
            <a:endParaRPr b="1" dirty="0"/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Formula: Congestion% + Peak Penalty + Speed Penalty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&gt;70: AVOID | 40-70: CAUTION | &lt;40: SAFE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b="1" dirty="0"/>
              <a:t>🏙️ MULTI-CITY COMPARISON</a:t>
            </a:r>
            <a:r>
              <a:rPr lang="en-IN" b="1" dirty="0"/>
              <a:t> :</a:t>
            </a:r>
            <a:endParaRPr b="1" dirty="0"/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Compare multiple cities simultaneously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Risk ranking with medals 🥇🥈🥉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Smart recommendation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🤖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ALGORITHM: Random Forest Classifier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WHY RANDOM FOREST?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✅ Handles non-linear traffic patterns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✅ Reduces overfitting (ensemble learning)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✅ Excellent for classification problems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TRAINING FEATURES: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Current Speed (km/h) | Free Flow Speed (km/h)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Hour of Day (0-23) | Speed Ratio (Current/Free)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OUTPUT CLASSES: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🟢 Low Congestion | 🟡 Medium Congestion | 🔴 High Congestion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PERFORMANCE: ~85-90% Accuracy | &lt;100ms Prediction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🧮 RISK SCORE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b="1" i="1" u="sng" dirty="0"/>
              <a:t>FORMULA: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RISK SCORE = Base Congestion %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        + Peak Hour Penalty (+10)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        + Speed Ratio Penalty (+10)</a:t>
            </a:r>
            <a:endParaRPr lang="en-IN" dirty="0"/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b="1" dirty="0"/>
              <a:t>FINAL RANGE: </a:t>
            </a:r>
            <a:r>
              <a:rPr dirty="0"/>
              <a:t>0 (Safe) — 100 (Avoid)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b="1" dirty="0"/>
              <a:t>EXAMPLE: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Current Speed: 25 km/h | Free Flow: 50 km/h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Congestion: 50% | Peak Hour: YES | Speed Ratio: 0.5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Calculation: 50% + 10 + 10 = 70 RISK SCORE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RESULT: 🟡 CAUTION - Heavy Traffic Expected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🧠 SMART TRAVEL ADVISORY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21FDB5-357B-DC3F-A589-7EDEAD547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062177"/>
              </p:ext>
            </p:extLst>
          </p:nvPr>
        </p:nvGraphicFramePr>
        <p:xfrm>
          <a:off x="457200" y="1625600"/>
          <a:ext cx="10485120" cy="3151980"/>
        </p:xfrm>
        <a:graphic>
          <a:graphicData uri="http://schemas.openxmlformats.org/drawingml/2006/table">
            <a:tbl>
              <a:tblPr/>
              <a:tblGrid>
                <a:gridCol w="3495040">
                  <a:extLst>
                    <a:ext uri="{9D8B030D-6E8A-4147-A177-3AD203B41FA5}">
                      <a16:colId xmlns:a16="http://schemas.microsoft.com/office/drawing/2014/main" val="2522306965"/>
                    </a:ext>
                  </a:extLst>
                </a:gridCol>
                <a:gridCol w="3495040">
                  <a:extLst>
                    <a:ext uri="{9D8B030D-6E8A-4147-A177-3AD203B41FA5}">
                      <a16:colId xmlns:a16="http://schemas.microsoft.com/office/drawing/2014/main" val="1274315185"/>
                    </a:ext>
                  </a:extLst>
                </a:gridCol>
                <a:gridCol w="3495040">
                  <a:extLst>
                    <a:ext uri="{9D8B030D-6E8A-4147-A177-3AD203B41FA5}">
                      <a16:colId xmlns:a16="http://schemas.microsoft.com/office/drawing/2014/main" val="783908815"/>
                    </a:ext>
                  </a:extLst>
                </a:gridCol>
              </a:tblGrid>
              <a:tr h="63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ML Prediction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Peak Hour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System Advisory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47149"/>
                  </a:ext>
                </a:extLst>
              </a:tr>
              <a:tr h="63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🔴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❌ AVOID THIS ROUTE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9920"/>
                  </a:ext>
                </a:extLst>
              </a:tr>
              <a:tr h="63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🔴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⚠️ HEAVY 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852990"/>
                  </a:ext>
                </a:extLst>
              </a:tr>
              <a:tr h="63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🟡 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🚗 TRAVEL CAREFULLY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69480"/>
                  </a:ext>
                </a:extLst>
              </a:tr>
              <a:tr h="63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🟢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✅ SAFE TO TRAVEL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088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🏙️ MULTI-CITY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b="1" dirty="0"/>
              <a:t>LIVE COMPARISON DASHBOARD: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🥇 Mumbai    Speed: 22 km/h  Risk: 85  [🔴 HIGH]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🥈 Delhi     Speed: 35 km/h  Risk: 60  [🟡 MED]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🥉 Bangalore Speed: 42 km/h  Risk: 45  [🟡 MED]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4️⃣ Pune      Speed: 50 km/h  Risk: 30  [🟢 LOW]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b="1" dirty="0"/>
              <a:t>RISK SUMMARY</a:t>
            </a:r>
            <a:r>
              <a:rPr dirty="0"/>
              <a:t>: High: 1 | Medium: 2 | Low: 1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b="1" dirty="0"/>
              <a:t>SMART RECOMMENDATION: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❌ "Avoid Mumbai - Highest congestion detected"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✅ "Safest choice: Pune - Low traffic risk"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endParaRPr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 sz="2200">
                <a:solidFill>
                  <a:srgbClr val="94A3B8"/>
                </a:solidFill>
              </a:defRPr>
            </a:pPr>
            <a:r>
              <a:rPr dirty="0"/>
              <a:t>📊 </a:t>
            </a:r>
            <a:r>
              <a:rPr b="1" dirty="0"/>
              <a:t>Visual</a:t>
            </a:r>
            <a:r>
              <a:rPr dirty="0"/>
              <a:t>: Risk comparison bar chart (</a:t>
            </a:r>
            <a:r>
              <a:rPr dirty="0" err="1"/>
              <a:t>Plotly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🚀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ENHANCEMENTS ROADMAP: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🗺️ INDIA TRAFFIC HEATMAP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Visual heatmap of congestion across cities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🤖 DEEP LEARNING (LSTM)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Time-series prediction for traffic forecasting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☁️ CLOUD DEPLOYMENT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AWS/GCP hosting for 24/7 availability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📱 MOBILE APPLICATION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iOS/Android app for on-the-go access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🔔 PUSH NOTIFICATIONS</a:t>
            </a:r>
          </a:p>
          <a:p>
            <a:pPr lvl="1"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rPr dirty="0"/>
              <a:t>   • Alerts for high-risk routes before travel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44833" y="2286000"/>
            <a:ext cx="390203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THANK YOU</a:t>
            </a:r>
            <a:r>
              <a:rPr lang="en-IN" dirty="0"/>
              <a:t> 😊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293109" y="3840480"/>
            <a:ext cx="36054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rPr dirty="0"/>
              <a:t>QUESTIONS &amp; ANSWERS</a:t>
            </a:r>
            <a:r>
              <a:rPr lang="en-IN" dirty="0"/>
              <a:t>..!!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862</Words>
  <Application>Microsoft Office PowerPoint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Ujju Patel</cp:lastModifiedBy>
  <cp:revision>1</cp:revision>
  <dcterms:created xsi:type="dcterms:W3CDTF">2013-01-27T09:14:16Z</dcterms:created>
  <dcterms:modified xsi:type="dcterms:W3CDTF">2026-02-24T18:40:36Z</dcterms:modified>
  <cp:category/>
</cp:coreProperties>
</file>